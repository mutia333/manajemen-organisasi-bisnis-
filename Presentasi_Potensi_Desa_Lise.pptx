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Pengembangan Potensi Pertanian Desa Lise, Sidrap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Presentasi Potensi, Nilai Tambah, dan Sistem Informasi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Potensi Utama Desa Lise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Potensi terbesar: pertanian padi/gabah (beras)</a:t>
            </a:r>
          </a:p>
          <a:p>
            <a:r>
              <a:t>- Lahan sawah luas dan produktif</a:t>
            </a:r>
          </a:p>
          <a:p>
            <a:r>
              <a:t>- Masyarakat memiliki pengalaman kuat di bidang pertanian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 Nilai Tambah &amp; Lapangan Kerja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Pengolahan dan branding beras lokal</a:t>
            </a:r>
          </a:p>
          <a:p>
            <a:r>
              <a:t>- Produk turunan: beras premium, tepung beras, olahan makanan</a:t>
            </a:r>
          </a:p>
          <a:p>
            <a:r>
              <a:t>- Pembentukan koperasi/UMKM tani</a:t>
            </a:r>
          </a:p>
          <a:p>
            <a:r>
              <a:t>- Agro-eduwisata berbasis sawah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Perlukah Sistem Informasi?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Sangat perlu. Sistem informasi membantu:</a:t>
            </a:r>
          </a:p>
          <a:p>
            <a:r>
              <a:t>- Pemasaran produk beras</a:t>
            </a:r>
          </a:p>
          <a:p>
            <a:r>
              <a:t>- Pengelolaan data panen</a:t>
            </a:r>
          </a:p>
          <a:p>
            <a:r>
              <a:t>- Akses informasi cuaca &amp; harga</a:t>
            </a:r>
          </a:p>
          <a:p>
            <a:r>
              <a:t>- Mempermudah transaksi petani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 Informasi: Website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Sebagai media promosi</a:t>
            </a:r>
          </a:p>
          <a:p>
            <a:r>
              <a:t>- Menampilkan katalog produk beras</a:t>
            </a:r>
          </a:p>
          <a:p>
            <a:r>
              <a:t>- Informasi harga gabah harian</a:t>
            </a:r>
          </a:p>
          <a:p>
            <a:r>
              <a:t>- Biaya pembuatan lebih terjangkau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 Informasi: Aplikasi Mobile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Pencatatan panen</a:t>
            </a:r>
          </a:p>
          <a:p>
            <a:r>
              <a:t>- Notifikasi cuaca &amp; jadwal tanam</a:t>
            </a:r>
          </a:p>
          <a:p>
            <a:r>
              <a:t>- Marketplace lokal</a:t>
            </a:r>
          </a:p>
          <a:p>
            <a:r>
              <a:t>- Lebih praktis untuk petani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Desain Lo-Fi (Wireframe)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Desain kasar tampilan:</a:t>
            </a:r>
          </a:p>
          <a:p>
            <a:r>
              <a:t>- Beranda website</a:t>
            </a:r>
          </a:p>
          <a:p>
            <a:r>
              <a:t>- Katalog beras</a:t>
            </a:r>
          </a:p>
          <a:p>
            <a:r>
              <a:t>- Halaman harga gabah</a:t>
            </a:r>
          </a:p>
          <a:p>
            <a:r>
              <a:t>- Dashboard aplikasi petani</a:t>
            </a:r>
          </a:p>
          <a:p>
            <a:r>
              <a:t>- Form pencatatan panen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